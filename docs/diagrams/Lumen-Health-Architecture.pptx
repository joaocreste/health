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" y="0"/>
            <a:ext cx="121878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215751"/>
            <a:ext cx="11952000" cy="64264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ingestion-etl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4" y="120000"/>
            <a:ext cx="11761312" cy="661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data-treatment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215751"/>
            <a:ext cx="11952000" cy="6426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data-residency-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4" y="120000"/>
            <a:ext cx="11761312" cy="661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ai-ll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365151"/>
            <a:ext cx="11952000" cy="6127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database-schema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00" y="120000"/>
            <a:ext cx="10588800" cy="661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auth-r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4" y="120000"/>
            <a:ext cx="11761312" cy="661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multitenancy-rend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03" y="120000"/>
            <a:ext cx="11260994" cy="661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compliance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142200"/>
            <a:ext cx="11952000" cy="657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